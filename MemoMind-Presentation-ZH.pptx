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G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ythonPycharms\MemoMind\docs\demos\graph-view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4ADEAB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0" y="1280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MemoMind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给你的 AI 一个能记住的大脑。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本地部署  ·  GPU 加速  ·  知识图谱记忆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github.com/24kchengYe/MemoMind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 AI 什么都不记得。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每天早上都是陌生人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你花 20 分钟解释项目架构、技术选型、命名规范。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会话结束。明天？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“你好，我是 Claude。有什么可以帮你？”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从零开始。又一次。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 条 AI 对话，零价值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6916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里讨论的科研思路、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里的 debug 过程、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里的架构决策——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分散在 3 个平台，无法搜索，互不连通。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你的知识在腐烂。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你的人生对 AI 不可见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6916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 DayLife 里记录了 2,400+ 天的活动。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 AI 不知道你上次做这个课题是什么时候，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不知道你每周花多少时间在科研上。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它对你一无所知。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问题不是智能——是失忆。模型在变聪明，记忆在原地踏步。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现有方案解决了什么？没解决什么？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645920"/>
                <a:gridCol w="164592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CLAUDE.md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/ 向量数据库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长上下文窗口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MemoMind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手写规则文件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文档检索工具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更大的阅览室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的大脑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记忆提取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手动维护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需要预处理文档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无——原文塞进去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自动提取事实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知识关联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无（孤立 chunk）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实体链接 + 知识图谱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跨源融合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按文档检索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受限于窗口大小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ChatGPT+Gemini+DayLife 统一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推理能力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依赖模型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reflect 跨记忆综合推理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时间感知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时序搜索 + 事件日期追踪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免费但浪费 token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取决于方案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长上下文很贵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~$0.01/天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扩展性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 行就膨胀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取决于实现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100K token 上限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 8,000+ 记忆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是图书馆，长上下文是更大的阅览室——MemoMind 是大脑。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一个活的知识图谱，越用越聪明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371600"/>
          </a:xfrm>
          <a:prstGeom prst="roundRect">
            <a:avLst>
              <a:gd name="adj" fmla="val 8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MemoMind 是一个 100% 本地运行、GPU 加速的 AI 记忆系统。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它不存储聊天记录——而是从每一次交互中提取事实，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构建一张持续生长的知识图谱。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8,456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记忆节点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7432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556,672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6616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知识链接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4,666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命名实体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4389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跨越 2017-01 至今 · 3 个记忆 Bank · 484 MB 本地数据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800" dirty="0"/>
          </a:p>
        </p:txBody>
      </p:sp>
      <p:pic>
        <p:nvPicPr>
          <p:cNvPr id="4" name="Image 0" descr="D:\pythonPycharms\MemoMind\docs\diagrams\architecture-zh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1051560"/>
            <a:ext cx="56692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 Cursor → stdio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12648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gpt-4o-mini · $0.01/天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2648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嵌入模型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bge-m3 · RTX 3070 CUDA · 50ms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重排序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ms-marco-MiniLM · 本地 CUDA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2648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17 + pgvector 0.8 + HNSW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2648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原生 或 WSL2/Linux · 开机自启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retain · recall · reflect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retain（存储）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用户对话 → LLM 提取结构化事实 → 向量化 → 入图谱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自动识别实体、时间、分类。异步处理，不阻塞对话。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recall（召回）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 → 4 路并行检索 → 重排序 → 返回最相关记忆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3017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20ms / 语义 400ms。只返回相关片段，不浪费 token。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reflect（反思）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1828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综合多条记忆，进行跨知识推理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3017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“基于你过去的决策和经验，分析这个方案的风险”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不只是向量搜索——4 路混合检索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语义相似度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6916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bge-m3（1024维），支持 100+ 语言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HNSW 索引，O(log n) 查询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理解同义词、跨语言关联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78608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关键词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78608" y="16916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GIN 索引全文搜索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精确术语匹配：代码名、文件路径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20ms 响应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知识图谱遍历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16916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47万 entity links + 3.5万 semantic links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实体共现：“FastAPI” → “Express”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发现隐含关联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05156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67728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时序搜索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67728" y="16916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4.8万 temporal links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“最近一周的决策” / “2024年3月”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时间衰减权重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cross-encoder/ms-marco-MiniLM 最终重排序，确保最相关的排最前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仿生记忆分类——像人脑一样组织知识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07592"/>
            <a:ext cx="320040" cy="3200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24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490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7,546  (89%)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124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客观事实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“用户的专业是城市规划” / “项目用 FastAPI”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67712"/>
            <a:ext cx="320040" cy="3200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084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450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908  (11%)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自动归纳的模式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“用户经常在周二做科研” / “偏好函数式风格”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27832"/>
            <a:ext cx="320040" cy="320040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(&lt;1%)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3044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参与过的事件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33832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“上次调试了 auth 模块”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187952"/>
            <a:ext cx="320040" cy="3200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0050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Model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4370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(—)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0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复杂主题理解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3434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“这个代码库遵循六边形架构”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 由 Consolidation 引擎自动生成——不是你写的，是 AI 自己发现的模式。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记忆不堆积——会合并、更新、进化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20040" cy="320040"/>
          </a:xfrm>
          <a:prstGeom prst="ellipse">
            <a:avLst/>
          </a:prstGeom>
          <a:solidFill>
            <a:srgbClr val="4ADEA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新事实进入 → 与已有记忆对比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4ADEA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重复？→ 合并，增加置信度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320040" cy="320040"/>
          </a:xfrm>
          <a:prstGeom prst="ellipse">
            <a:avLst/>
          </a:prstGeom>
          <a:solidFill>
            <a:srgbClr val="4ADEA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矛盾？→ 保留最新版本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4ADEA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多条相关事实 → 自动归纳为 Observation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320040" cy="320040"/>
          </a:xfrm>
          <a:prstGeom prst="ellipse">
            <a:avLst/>
          </a:prstGeom>
          <a:solidFill>
            <a:srgbClr val="4ADEA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 持续精炼，proof_count++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09728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实际案例（life bank）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条原始事实：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“2024-03-25 参加了全球城镇化的学习”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“2024-03-26 参加了全球城镇化工作”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“2024-04-01 全球城镇化合并数据”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...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自动归纳的 Observation：
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“用户已完成了 paddleOCR 通道工作” (proof_count=3)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908 条 Observation，由引擎从 7,546 条 World facts 中自动归纳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Bank，三维人生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协作记忆（2,050 节点）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实时记忆：项目决策、用户偏好、技术经验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541 条 ChatGPT + Gemini 对话导入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 Top 5：用户、Python、BSAS、CIM、CityGML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时间跨度：2017-01 至今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143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37560" y="1508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生活轨迹（6,361 节点）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DayLife 5,490 条日常事件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时间跨度：2019-08-26 至 2026-03-26（2,400+ 天）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859 条 AI 自动归纳的 Observation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 Top 5：科研、鬼城、GitHub、英语、Python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143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技术笔记（45 节点）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文档、框架使用技巧、踩坑记录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协作中实时积累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快速查找已知问题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 500 条 AI 对话，从墓地变成金矿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chatgpt-exporter → JSON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gemini-exporter  → JSON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↓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import_ai_chats.py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↓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MemoMind 知识图谱</a:t>
            </a:r>
            <a:endParaRPr lang="en-US" sz="1100" dirty="0"/>
          </a:p>
        </p:txBody>
      </p:sp>
      <p:pic>
        <p:nvPicPr>
          <p:cNvPr id="5" name="Image 0" descr="D:\pythonPycharms\MemoMind\docs\demos\ai-chat-tim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05840"/>
            <a:ext cx="4114800" cy="1828800"/>
          </a:xfrm>
          <a:prstGeom prst="rect">
            <a:avLst/>
          </a:prstGeom>
        </p:spPr>
      </p:pic>
      <p:pic>
        <p:nvPicPr>
          <p:cNvPr id="6" name="Image 1" descr="D:\pythonPycharms\MemoMind\docs\demos\original-chat-mod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2926080"/>
            <a:ext cx="4114800" cy="1645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20040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" y="32918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541 条对话 → 2,050 条记忆 → 2,093 个实体 → 144,426 条链接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完整溯源：每条记忆都能追溯到来源对话
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配套开源工具：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github.com/24kchengYe/chatgpt-exporter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github.com/24kchengYe/gemini-exporter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2019 到 2026——你的每一天，AI 都记得</a:t>
            </a:r>
            <a:endParaRPr lang="en-US" sz="2800" dirty="0"/>
          </a:p>
        </p:txBody>
      </p:sp>
      <p:pic>
        <p:nvPicPr>
          <p:cNvPr id="4" name="Image 0" descr="D:\pythonPycharms\MemoMind\docs\demos\daylife-ap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4023360" cy="2286000"/>
          </a:xfrm>
          <a:prstGeom prst="rect">
            <a:avLst/>
          </a:prstGeom>
        </p:spPr>
      </p:pic>
      <p:pic>
        <p:nvPicPr>
          <p:cNvPr id="5" name="Image 1" descr="D:\pythonPycharms\MemoMind\docs\demos\daylife-time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51560"/>
            <a:ext cx="402336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DayLife——你的每日规划器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754880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5,490 条事件 → 可搜索、可分析的记忆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65760" y="370332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智能同步：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每天凌晨 3:00 自动同步（Windows 定时任务）· marker 文件记录上次同步日期 ·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电脑关机一周？重新开机自动补齐所有缺失天数 · 不重复导入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关键词秒搜 + 语义深度召回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关键词搜索（默认）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84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语义召回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20-33ms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235-430ms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PostgreSQL GIN 全文索引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bge-m3 向量 + HNSW + reranker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精确术语：文件名、技术词、人名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模糊概念：“我之前做过类似的项目”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Dashboard 一键 Toggle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无限滚动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 视图：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每次渲染 50 条，IntersectionObserver 触底加载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 视图：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每次渲染 30 天，滚动加载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8,000+ 条记忆也流畅浏览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你的记忆，一目了然</a:t>
            </a:r>
            <a:endParaRPr lang="en-US" sz="2800" dirty="0"/>
          </a:p>
        </p:txBody>
      </p:sp>
      <p:pic>
        <p:nvPicPr>
          <p:cNvPr id="4" name="Image 0" descr="D:\pythonPycharms\MemoMind\docs\demos\dashboard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420624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6243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 概览</a:t>
            </a:r>
            <a:endParaRPr lang="en-US" sz="900" dirty="0"/>
          </a:p>
        </p:txBody>
      </p:sp>
      <p:pic>
        <p:nvPicPr>
          <p:cNvPr id="6" name="Image 1" descr="D:\pythonPycharms\MemoMind\docs\demos\graph-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051560"/>
            <a:ext cx="4206240" cy="1554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9160" y="26243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 (WebGL)</a:t>
            </a:r>
            <a:endParaRPr lang="en-US" sz="900" dirty="0"/>
          </a:p>
        </p:txBody>
      </p:sp>
      <p:pic>
        <p:nvPicPr>
          <p:cNvPr id="8" name="Image 2" descr="D:\pythonPycharms\MemoMind\docs\demos\ai-chat-timelin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2834640"/>
            <a:ext cx="4206240" cy="1554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4074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时间线视图</a:t>
            </a:r>
            <a:endParaRPr lang="en-US" sz="900" dirty="0"/>
          </a:p>
        </p:txBody>
      </p:sp>
      <p:pic>
        <p:nvPicPr>
          <p:cNvPr id="10" name="Image 3" descr="D:\pythonPycharms\MemoMind\docs\demos\original-chat-modal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09160" y="2834640"/>
            <a:ext cx="4206240" cy="1554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09160" y="44074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原始对话溯源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暗/亮主题 · 类型过滤 · 时间过滤 · 时间加权 · 隐私标记 · JSON 导出 · Bank 管理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竞品全景对比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960120"/>
          <a:ext cx="8869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143000"/>
                <a:gridCol w="1143000"/>
                <a:gridCol w="1143000"/>
                <a:gridCol w="1051560"/>
                <a:gridCol w="1051560"/>
                <a:gridCol w="10515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MemoMind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Graphiti/Zep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Letta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Cognee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Hindsight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 Stars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51.2K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24.3K / 4.3K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21.8K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14.7K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6.5K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融资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自资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$24M (YC)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$10M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$7.5M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$3.5M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KG + pgvector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 + 图谱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时序知识图谱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OS 三层内存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ECL + KG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四网络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检索方式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路混合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 + 图谱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语义+BM25+图谱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自驱动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 种模式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路并行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知识图谱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pgvector + EL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Pro才有 $249/月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核心功能 (Neo4j)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全层级开放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时序模型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原生支持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双时序模型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部署方式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 本地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 / 开源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 / 开源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 / 开源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 / 云端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隐私保护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数据不出机器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云端为主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 / BYOC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可自托管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本地为主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加速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 CUDA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对话溯源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完整溯源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生活数据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DayLife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49.0%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91.4%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$0.01/天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免费~$249/月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免费~$475/月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免费~$200/月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免费~$200/月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 (OSS)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许可证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6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57200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另评估：MemOS (7.9K stars)、Memvid (13.6K)、LangMem (1.4K，P95 延迟 59秒)、MemoryLake (闭源企业级)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竞品关键洞察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Mem0：流量最大，但深度不足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51K star，$24M 融资，AWS 独家内存提供商。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但：图谱功能锁 $249/月、无时序模型、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 LongMemEval 评测准确率仅 49.0%。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Graphiti/Zep：最佳时序模型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554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双时序追踪（事件时间 + 入库时间），混合检索。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但：需 Neo4j 运维，Zep 全平台仅云端，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信用制计费复杂（中度使用 $475/月）。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01752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Hindsight：基准测试准确率最高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达 91.4%（vs Mem0 的 49%）。四网络架构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（world/experience/entity/belief）与 MemoMind 记忆分类思路相似。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但：较新项目（6.5K star），生产验证较少。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MemoMind 的独特定位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35204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唯一同时具备：100% 本地 + GPU 加速 + 知识图谱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+ 4 路检索 + AI 对话溯源 + 生活数据集成 + MCP 原生。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无竞品同时覆盖所有六项。成本：$0.30/月 vs $99-475/月。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知识图谱而非扁平存储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556,672 条链接：entity (85%) + temporal (9%) + semantic (6%)。实体共现推理发现隐含关联。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43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事实提取引擎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gpt-4o-mini 自动提取实体、关系、时间、分类。异步队列处理，不阻塞对话。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10515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143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合并归纳引擎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自动合并重复事实、归纳 Observation。已生成 908 条 Observation（从 7,546 条 World facts）。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嵌入模型本地化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bge-m3：1024 维，100+ 语言。RTX 3070 CUDA 加速，50ms/条。零 API 调用、零延迟、零成本。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01752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时间感知记忆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5661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每条记忆带 occurred_start/end。LLM 不设时间时自动回退到事件日期。支持时间范围查询。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301752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原始对话溯源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5661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retain 时保存 original_document_id。Dashboard：chunk_id → doc hash → index.json → .md 文件。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每天不到 1 毛钱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资源占用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49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提取 (gpt-4o-mini via OpenRouter)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 次调用/天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~$0.01/天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嵌入模型 (bge-m3 本地 CUDA)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~500MB VRAM 瞬时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重排序 (ms-marco-MiniLM 本地)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~200MB VRAM 瞬时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 (PostgreSQL)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484MB 磁盘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服务进程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~2GB RAM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7472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成本对比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MemoryLake：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企业定价，未公开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 Pro：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$99/月起
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MemoMind：</a:t>
            </a:r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$0.30/月，全部本地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真实数据，真实使用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总记忆节点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8,456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9903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知识链接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556,672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命名实体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4,666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7919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对话导入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541 (ChatGPT 115 + Gemini 426)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1927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生活事件导入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5,490 (2019-08 至 2026-03)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51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自动归纳 Observation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59943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覆盖时间跨度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2017-01 至今（9 年）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39903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数据库占用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484 MB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03911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 LLM 成本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$0.01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67919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关键词搜索延迟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20-33ms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31927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语义召回延迟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235-430ms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95935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这不是实验室 demo——是每天在用的生产系统。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记忆是新的护城河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模型商品化，记忆不会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GPT-5 比 GPT-4 便宜 97%。模型在贬值。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但你积累的 8,000+ 条记忆、500+ 实体关系、9 年生活轨迹——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任何模型替换都无法复制。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数据可迁移，不锁定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 JSON 格式导出，含所有记忆、实体、标签、关系、来源。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每周自动备份到 GitHub。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明天出现更好的系统？带走一切。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数字分身，时间越久越有价值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从今天开始积累。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 AI 明天比今天更了解你，明年比明天更了解你。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这就是复利。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核心引擎：retain / recall / reflect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4 路混合检索 + GPU 加速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AI 对话导入 + 原始对话溯源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DayLife 生活轨迹集成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Web Dashboard (Stream / Graph / Timeline)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每周自动备份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Windows 原生支持（无需 WSL）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记忆冲突检测与版本化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多跳图谱推理（2-3 跳）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记忆衰减机制（时间加权归档）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Docker 安装——一键部署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D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更多 MCP 客户端：Cursor, Windsurf 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0" cy="34747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分钟，从失忆到记忆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566160"/>
          </a:xfrm>
          <a:prstGeom prst="roundRect">
            <a:avLst>
              <a:gd name="adj" fmla="val 3077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克隆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https://github.com/24kchengYe/MemoMind.git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安装——选择你的平台：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Windows: python -m venv memomind-env &amp;&amp; pip install hindsight-api-slim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Linux/WSL: sudo bash install.sh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配置 LLM API 密钥 (serve.py)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注册 MCP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Windows: claude mcp add memomind -- python.exe mcp_stdio.py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Linux:   claude mcp add memomind -- /opt/.../mcp_stdio.py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开始对话——AI 自动 retain/recall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github.com/24kchengYe/MemoMind  ·  MIT License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ythonPycharms\MemoMind\docs\demos\graph-view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743200" y="914400"/>
            <a:ext cx="3657600" cy="2743200"/>
          </a:xfrm>
          <a:prstGeom prst="ellipse">
            <a:avLst/>
          </a:prstGeom>
          <a:solidFill>
            <a:srgbClr val="4ADEAB">
              <a:alpha val="1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今天开始培养你的数字分身。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ADE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building your digital twin's memory today.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30175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github.com/24kchengYe/MemoMind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Dashboard: 127.0.0.1:9999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chatgpt-exporter: github.com/24kchengYe/chatgpt-exporter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gemini-exporter: github.com/24kchengYe/gemini-exporter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MemoMind — 给你的 AI 一个能记住的大脑</dc:title>
  <dc:subject>PptxGenJS Presentation</dc:subject>
  <dc:creator>24kchengYe</dc:creator>
  <cp:lastModifiedBy>24kchengYe</cp:lastModifiedBy>
  <cp:revision>1</cp:revision>
  <dcterms:created xsi:type="dcterms:W3CDTF">2026-03-29T06:35:07Z</dcterms:created>
  <dcterms:modified xsi:type="dcterms:W3CDTF">2026-03-29T06:35:07Z</dcterms:modified>
</cp:coreProperties>
</file>