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G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ythonPycharms\MemoMind\docs\demos\graph-view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4ADEAB">
              <a:alpha val="1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0" y="1280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MemoMind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AI a brain that remembers.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0" y="3017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Local  ·  GPU-Accelerated  ·  Knowledge Graph Memory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github.com/24kchengYe/MemoMind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AI remembers nothing.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morning: a stranger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spend 20 min explaining your project.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ends. Tomorrow?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"Hi, I'm Claude. How can I help?"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over. Again.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AI chats, zero value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6916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ideas in ChatGPT,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logs in Gemini,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 Claude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scattered, unsearchable, disconnected.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knowledge is decaying.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234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life is invisible to 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6916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2,400+ days of activities in DayLife.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doesn't know when you last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this topic, or how you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your time.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nothing about you.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isn't intelligence — it's amnesia. Models get smarter, memory stays at zero.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solutions fall short.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645920"/>
                <a:gridCol w="164592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MemoMind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rules 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retrieval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Bigger reading room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AI's Brain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Pre-process 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raw input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auto-extract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Links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(isolated chunks)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linking + graph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Per-document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ChatGPT+Gemini+DayLife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Model-dependent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reflect: cross-memory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Time-aware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search + 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but token-wasteful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~$0.01/day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lines max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 token limit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8,000+ memories verified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a library. Long context is a bigger reading room. MemoMind is a brain.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knowledge graph that gets smarter over time.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371600"/>
          </a:xfrm>
          <a:prstGeom prst="roundRect">
            <a:avLst>
              <a:gd name="adj" fmla="val 80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MemoMind is a 100% local, GPU-accelerated AI memory system.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store chat logs — it extracts facts from every interaction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builds a continuously growing knowledge graph.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8,456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Nodes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7432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556,672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6616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Links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4,666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4389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Spanning 2017-01 to today · 3 Memory Banks · 484 MB local data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the Hood</a:t>
            </a:r>
            <a:endParaRPr lang="en-US" sz="2800" dirty="0"/>
          </a:p>
        </p:txBody>
      </p:sp>
      <p:pic>
        <p:nvPicPr>
          <p:cNvPr id="4" name="Image 0" descr="D:\pythonPycharms\MemoMind\docs\diagrams\architecture-zh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" y="1051560"/>
            <a:ext cx="566928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Cursor → stdio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12648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· $0.01/day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12648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· RTX 3070 CUDA · 50ms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 · local CUDA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2648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 + pgvector 0.8 + HNSW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2648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native or WSL2/Linux · auto-start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 · recall · reflect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→ LLM extracts structured facts → vectorize → into graph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entities, time, categories. Async — never blocks dialogue.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234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4-way parallel retrieval → reranker → most relevant memories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3017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20ms / Semantic 400ms. Returns only relevant fragments.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234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reflect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63640" y="18288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multiple memories for cross-knowledge reasoning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30175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"Based on your past decisions, analyze the risks of this approach."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vector search — 4-way hybrid retrieval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Similarity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6916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(1024-dim), 100+ languages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index, O(log n) query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 &amp; cross-lingual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78608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BM25 Keywords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78608" y="16916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GIN full-text index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terms: code names, file paths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20ms response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Graph Traversal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3168" y="16916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470K entity links + 35K semantic links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Co-occurrence: 'FastAPI' → 'Express'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hidden connections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051560"/>
            <a:ext cx="2057400" cy="3017520"/>
          </a:xfrm>
          <a:prstGeom prst="roundRect">
            <a:avLst>
              <a:gd name="adj" fmla="val 533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67728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67728" y="16916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48K temporal links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"Decisions this week" / "March 2024"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Time-decay weighting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reranking: cross-encoder/ms-marco-MiniLM ensures best results surface first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Bionic memory classification — organized like a human brain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07592"/>
            <a:ext cx="320040" cy="3200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247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4904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7,546  (89%)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124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facts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 majors in Urban Planning" / "Project uses FastAPI"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67712"/>
            <a:ext cx="320040" cy="3200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084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450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908  (11%)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Auto-inferred patterns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4231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 often does research on Tuesdays" / "Prefers functional style"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27832"/>
            <a:ext cx="320040" cy="320040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410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(&lt;1%)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3044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 events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33832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"Debugged the auth module last time"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187952"/>
            <a:ext cx="320040" cy="3200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0050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Model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4370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(—)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8880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topic understanding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3434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codebase follows hexagonal architecture"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are auto-generated by the Consolidation Engine — AI discovers patterns, not you.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Memories don't pile up — they merge, update, and evolve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20040" cy="320040"/>
          </a:xfrm>
          <a:prstGeom prst="ellipse">
            <a:avLst/>
          </a:prstGeom>
          <a:solidFill>
            <a:srgbClr val="4ADEA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fact enters → compare with existing memories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4ADEA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Duplicate? → Merge, increase confidence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320040" cy="320040"/>
          </a:xfrm>
          <a:prstGeom prst="ellipse">
            <a:avLst/>
          </a:prstGeom>
          <a:solidFill>
            <a:srgbClr val="4ADEA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Contradiction? → Keep latest version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4ADEA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related facts → Auto-infer Observation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320040" cy="320040"/>
          </a:xfrm>
          <a:prstGeom prst="ellipse">
            <a:avLst/>
          </a:prstGeom>
          <a:solidFill>
            <a:srgbClr val="4ADEA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refine over time, proof_count++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09728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Example (life bank)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raw facts: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"2024-03-25 attended global urbanization study"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"2024-03-26 global urbanization work"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"2024-04-01 merge urbanization data"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auto-inferred Observation:
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 has completed the paddleOCR pipeline work" (proof_count=3)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908 Observations, auto-inferred from 7,546 World facts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Banks, three dimensions of life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Collaboration Memory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2,050 nodes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real-time: decisions, preferences, experience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 ChatGPT + Gemini imports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entities: User, Python, BSAS, CIM, CityGML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Span: 2017-01 to now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143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Trajectory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828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6,361 nodes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5,490 DayLife daily events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Span: 2019-08-26 to 2026-03-26 (2,400+ days)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859 auto-inferred Observations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entities: Research, GhostCity, GitHub, English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143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Notes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nodes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docs, framework tips, gotcha records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during Claude Code sessions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lookup for known pitfalls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500 AI chats: from graveyard to goldmine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chatgpt-exporter → JSON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gemini-exporter  → JSON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↓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import_ai_chats.py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↓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MemoMind Knowledge Graph</a:t>
            </a:r>
            <a:endParaRPr lang="en-US" sz="1100" dirty="0"/>
          </a:p>
        </p:txBody>
      </p:sp>
      <p:pic>
        <p:nvPicPr>
          <p:cNvPr id="5" name="Image 0" descr="D:\pythonPycharms\MemoMind\docs\demos\ai-chat-tim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05840"/>
            <a:ext cx="4114800" cy="1828800"/>
          </a:xfrm>
          <a:prstGeom prst="rect">
            <a:avLst/>
          </a:prstGeom>
        </p:spPr>
      </p:pic>
      <p:pic>
        <p:nvPicPr>
          <p:cNvPr id="6" name="Image 1" descr="D:\pythonPycharms\MemoMind\docs\demos\original-chat-mod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2926080"/>
            <a:ext cx="4114800" cy="1645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20040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4360" y="32918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 conversations → 2,050 memory nodes → 2,093 entities → 144,426 links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traceability: every memory links back to its source conversation
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tools: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github.com/24kchengYe/chatgpt-exporter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github.com/24kchengYe/gemini-exporter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2019 to 2026 — your AI remembers every day</a:t>
            </a:r>
            <a:endParaRPr lang="en-US" sz="2800" dirty="0"/>
          </a:p>
        </p:txBody>
      </p:sp>
      <p:pic>
        <p:nvPicPr>
          <p:cNvPr id="4" name="Image 0" descr="D:\pythonPycharms\MemoMind\docs\demos\daylife-ap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51560"/>
            <a:ext cx="4023360" cy="2286000"/>
          </a:xfrm>
          <a:prstGeom prst="rect">
            <a:avLst/>
          </a:prstGeom>
        </p:spPr>
      </p:pic>
      <p:pic>
        <p:nvPicPr>
          <p:cNvPr id="5" name="Image 1" descr="D:\pythonPycharms\MemoMind\docs\demos\daylife-timel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051560"/>
            <a:ext cx="402336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3383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DayLife — Your daily planner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754880" y="3383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5,490 events → searchable memories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65760" y="370332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Sync: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daily at 3:00 AM (Windows Task Scheduler) · Marker file tracks last sync date ·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off for a week? Auto-backfills all missing days on reboot · No duplicates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instant search + Semantic deep recall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84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20-33ms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235-430ms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GIN full-text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bge-m3 vector + HNSW + reranker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terms: filenames, tech words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 concepts: "similar project I did"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one-click 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Infinite Scroll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view: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items per batch, IntersectionObserver triggers loading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view: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per batch, scroll to load more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 memories browsed smoothly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memories at a glance</a:t>
            </a:r>
            <a:endParaRPr lang="en-US" sz="2800" dirty="0"/>
          </a:p>
        </p:txBody>
      </p:sp>
      <p:pic>
        <p:nvPicPr>
          <p:cNvPr id="4" name="Image 0" descr="D:\pythonPycharms\MemoMind\docs\demos\dashboard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420624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6243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900" dirty="0"/>
          </a:p>
        </p:txBody>
      </p:sp>
      <p:pic>
        <p:nvPicPr>
          <p:cNvPr id="6" name="Image 1" descr="D:\pythonPycharms\MemoMind\docs\demos\graph-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051560"/>
            <a:ext cx="4206240" cy="1554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9160" y="26243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(WebGL)</a:t>
            </a:r>
            <a:endParaRPr lang="en-US" sz="900" dirty="0"/>
          </a:p>
        </p:txBody>
      </p:sp>
      <p:pic>
        <p:nvPicPr>
          <p:cNvPr id="8" name="Image 2" descr="D:\pythonPycharms\MemoMind\docs\demos\ai-chat-timelin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2834640"/>
            <a:ext cx="4206240" cy="1554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" y="44074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View</a:t>
            </a:r>
            <a:endParaRPr lang="en-US" sz="900" dirty="0"/>
          </a:p>
        </p:txBody>
      </p:sp>
      <p:pic>
        <p:nvPicPr>
          <p:cNvPr id="10" name="Image 3" descr="D:\pythonPycharms\MemoMind\docs\demos\original-chat-modal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09160" y="2834640"/>
            <a:ext cx="4206240" cy="1554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09160" y="44074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Chat Tracing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 · Type filter · Time filter · Recency boost · Privacy flags · JSON export · Bank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Compares — The Full Landscape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960120"/>
          <a:ext cx="88696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143000"/>
                <a:gridCol w="1143000"/>
                <a:gridCol w="1143000"/>
                <a:gridCol w="1051560"/>
                <a:gridCol w="1051560"/>
                <a:gridCol w="10515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MemoMind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Graphiti/Zep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Cognee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Hindsight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Stars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51.2K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24.3K / 4.3K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21.8K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14.7K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6.5K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Self-funded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$24M (YC)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$3.5M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+ pgvector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+ Graph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KG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3-tier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ECL + KG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4-network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4-way hybrid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+ graph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Sem+BM25+graph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Agent-driven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modes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parallel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Graph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 + EL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only $249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(Neo4j)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(all)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Model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(native)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(bi-temp)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local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OSS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OSS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OSS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/ Cloud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leaves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default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BYOC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 opt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default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Accel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CUDA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Tracing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trace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Data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DayLife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$0.01/day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Free~$249/mo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Free~$475/mo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Free~$200/mo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Free~$200/mo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(OSS)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57200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evaluated: MemOS (7.9K stars), Memvid (13.6K), LangMem (1.4K, 59s P95 latency), MemoryLake (closed-source enterprise)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Competitive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Mem0: Popular but shallow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51K stars, $24M raised, AWS exclusive memory provider.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graph features paywalled ($249/mo), no temporal model,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LongMemEval accuracy only 49.0%.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Graphiti/Zep: Best temporal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554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Bi-temporal tracking (event time + ingestion time), hybrid retrieval.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requires Neo4j infra, Zep cloud-only for full platform,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credit-based pricing confusing ($475/mo for moderate use).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01752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Hindsight: Highest benchmark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 on LongMemEval (vs Mem0's 49%). Four-network architecture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(world/experience/entity/belief) mirrors MemoMind's memory types.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young project (6.5K stars), less production-proven.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411480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MemoMind's unique position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35204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system combining: 100% local + GPU-accelerated + knowledge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+ 4-way retrieval + AI chat tracing + life data integration + MCP native.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covers all six. Cost: $0.30/month vs $99-475/month.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Deep Dive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Graph, Not Flat Storage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556,672 links: entity (85%) + temporal (9%) + semantic (6%). Entity co-occurrence reasoning discovers hidden connections.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143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 Extraction Engine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auto-extracts entities, relations, time, categories. Async queue — never blocks conversations.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105156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143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Consolidation 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6002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 duplicates, infer Observations. 908 Observations from 7,546 World facts. Configurable mission control.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Embeddings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bge-m3: 1024-dim, 100+ languages. RTX 3070 CUDA, 50ms/item. Zero API calls, zero latency, zero cost.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01752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Time-Aware Memory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35661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memory has occurred_start/end. Engine patches auto-fallback to event date. Supports temporal range queries.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301752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108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Chat Tracing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5661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patch saves original_document_id on retain. Dashboard: chunk_id → doc hash → index.json → .md file.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than $0.01 per day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extraction (gpt-4o-mini via OpenRouter)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calls/day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~$0.01/day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model (bge-m3 local CUDA)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~500MB VRAM transient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Reranker (ms-marco-MiniLM local)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~200MB VRAM transient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(PostgreSQL)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484MB disk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~2GB 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DE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7472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Comparison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MemoryLake: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pricing, undisclosed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Pro: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$99/month+
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MemoMind: </a:t>
            </a:r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$0.30/month, everything local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Numbers, Real Usage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memory nodes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1752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8,456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9903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links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556,672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4,666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7919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imports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541 (ChatGPT 115 + Gemini 426)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1927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events imported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5,490 (2019-08 to 2026-03)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5935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51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Auto-inferred Observations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59943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51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 covered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1051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2017-01 to present (9 years)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39903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size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484 MB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03911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LLM cost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$0.01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67919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latency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20-33ms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31927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recall latency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235-430ms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959352"/>
            <a:ext cx="41148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lab demo — it's a production system used every day.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is the new moat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commoditize, memory doesn't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is 97% cheaper than GPT-4. Models depreciate.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your 8,000+ memories, 500+ entity relationships, 9-year life trajectory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swap can replicate that.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is portable, no lock-in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JSON export with all memories, entities, tags, relations, sources.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auto-backup to GitHub.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system tomorrow? Take everything with you.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 — more valuable over time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accumulating today.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knows you better tomorrow than today, better next year than tomorrow.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compound interest.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6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Core engine: retain / recall / reflect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4-way hybrid retrieval + GPU acceleration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chat import + original chat tracing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DayLife life trajectory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Web Dashboard (Stream / Graph / Timeline)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Weekly auto-backup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Windows native support (no WSL needed)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46304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Memory conflict detection &amp; versioning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Multi-hop graph reasoning (2-3 hops)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Memory decay mechanism (time-weighted archival)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Docker install — one-command deployment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MCP clients: Cursor, Windsurf, etc.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0" cy="34747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minutes: from amnesia to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566160"/>
          </a:xfrm>
          <a:prstGeom prst="roundRect">
            <a:avLst>
              <a:gd name="adj" fmla="val 3077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16200000">
              <a:srgbClr val="4ADEAB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Clone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https://github.com/24kchengYe/MemoMind.git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Install — choose your platform: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Windows: python -m venv memomind-env &amp;&amp; pip install hindsight-api-slim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Linux/WSL: sudo bash install.sh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Configure LLM API key in serve.py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Register MCP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Windows: claude mcp add memomind -- python.exe mcp_stdio.py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Linux:   claude mcp add memomind -- /opt/.../mcp_stdio.py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Start chatting — AI auto-retains and recalls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github.com/24kchengYe/MemoMind  ·  MIT License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ythonPycharms\MemoMind\docs\demos\graph-view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>
              <a:alpha val="7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743200" y="914400"/>
            <a:ext cx="3657600" cy="2743200"/>
          </a:xfrm>
          <a:prstGeom prst="ellipse">
            <a:avLst/>
          </a:prstGeom>
          <a:solidFill>
            <a:srgbClr val="4ADEAB">
              <a:alpha val="1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building your digital twin's memory today.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0" y="2103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D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今天开始培养你的数字分身。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30175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github.com/24kchengYe/MemoMind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Dashboard: 127.0.0.1:9999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chatgpt-exporter: github.com/24kchengYe/chatgpt-exporter</a:t>
            </a:r>
            <a:endParaRPr lang="en-US" sz="11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gemini-exporter: github.com/24kchengYe/gemini-exporter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MemoMind — Give your AI a brain that remembers</dc:title>
  <dc:subject>PptxGenJS Presentation</dc:subject>
  <dc:creator>24kchengYe</dc:creator>
  <cp:lastModifiedBy>24kchengYe</cp:lastModifiedBy>
  <cp:revision>1</cp:revision>
  <dcterms:created xsi:type="dcterms:W3CDTF">2026-03-29T06:35:07Z</dcterms:created>
  <dcterms:modified xsi:type="dcterms:W3CDTF">2026-03-29T06:35:07Z</dcterms:modified>
</cp:coreProperties>
</file>